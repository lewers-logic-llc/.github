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eautiful-adoring-knuth/mnt/Company Planning/1 - Branding/lewers-logic-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Title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27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compelling subtitle goes here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5A09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A0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D2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the key concepts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25A09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Content Topic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key point with relevant details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point that builds on the first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point reinforcing the message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Fourth point concluding the topic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25A09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Two-Column Layout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E9F0E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 Column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one on the left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two developing the idea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three concluding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E9F0EF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Column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 perspective here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evidence or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Reinforcing the comparison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457200"/>
          </a:xfrm>
          <a:prstGeom prst="rect">
            <a:avLst/>
          </a:prstGeom>
          <a:solidFill>
            <a:srgbClr val="25A09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Framework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A0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457200"/>
          </a:xfrm>
          <a:prstGeom prst="rect">
            <a:avLst/>
          </a:prstGeom>
          <a:solidFill>
            <a:srgbClr val="25A09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A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 and features of the first approach that stand out.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A0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73152" cy="457200"/>
          </a:xfrm>
          <a:prstGeom prst="rect">
            <a:avLst/>
          </a:prstGeom>
          <a:solidFill>
            <a:srgbClr val="25A09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A0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Advantages and characteristics of the alternative approach.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25A09C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1371600"/>
            <a:ext cx="80924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54480"/>
            <a:ext cx="7452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0816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"Powerful ideas deserve powerful presentation. Make every slide count."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452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27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Industry Leader, 2026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5A09C"/>
          </a:solidFill>
          <a:ln/>
        </p:spPr>
      </p:sp>
      <p:pic>
        <p:nvPicPr>
          <p:cNvPr id="3" name="Image 0" descr="/sessions/beautiful-adoring-knuth/mnt/Company Planning/1 - Branding/lewers-logic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572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D2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contact@lewerslogic.com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DD2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lewerslogic.com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DD2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 (555) 123-4567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Lewers Logic Professional Template</dc:title>
  <dc:subject>PptxGenJS Presentation</dc:subject>
  <dc:creator>Lewers Logic LLC</dc:creator>
  <cp:lastModifiedBy>Lewers Logic LLC</cp:lastModifiedBy>
  <cp:revision>1</cp:revision>
  <dcterms:created xsi:type="dcterms:W3CDTF">2026-03-30T03:26:18Z</dcterms:created>
  <dcterms:modified xsi:type="dcterms:W3CDTF">2026-03-30T03:26:18Z</dcterms:modified>
</cp:coreProperties>
</file>