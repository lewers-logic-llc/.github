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adoring-knuth/mnt/Company Planning/1 - Branding/lewers-logic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65760"/>
            <a:ext cx="27432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2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subtitle or tagline goes here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A09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0C9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describing this section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Topic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with supporting details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item showing the power of these ideas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 reinforcing the core message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thought tying everything together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Left vs Right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E9F0EF"/>
          </a:solidFill>
          <a:ln/>
          <a:effectLst>
            <a:outerShdw sx="100000" sy="100000" kx="0" ky="0" algn="bl" rotWithShape="0" blurRad="76200" dist="25400" dir="16200000">
              <a:srgbClr val="12131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A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one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two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three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E9F0EF"/>
          </a:solidFill>
          <a:ln/>
          <a:effectLst>
            <a:outerShdw sx="100000" sy="100000" kx="0" ky="0" algn="bl" rotWithShape="0" blurRad="76200" dist="25400" dir="16200000">
              <a:srgbClr val="12131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9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approach here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method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Contrasting perspective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097280"/>
            <a:ext cx="3858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D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A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Option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approach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design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scalable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Future-ready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C4962C"/>
          </a:solidFill>
          <a:ln/>
        </p:spPr>
      </p:sp>
      <p:sp>
        <p:nvSpPr>
          <p:cNvPr id="9" name="Shape 7"/>
          <p:cNvSpPr/>
          <p:nvPr/>
        </p:nvSpPr>
        <p:spPr>
          <a:xfrm>
            <a:off x="4828032" y="1097280"/>
            <a:ext cx="3858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9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Option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feel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branding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trust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2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Time-tested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37160" cy="22860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79552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12131A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5448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"Intelligent, structured solutions that drive measurable results for your business."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291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49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Industry Leader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962C"/>
          </a:solidFill>
          <a:ln/>
        </p:spPr>
      </p:sp>
      <p:pic>
        <p:nvPicPr>
          <p:cNvPr id="3" name="Image 0" descr="/sessions/beautiful-adoring-knuth/mnt/Company Planning/1 - Branding/lewers-log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57200"/>
            <a:ext cx="274320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www.lewerslogic.com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contact@lewerslogic.com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(800) 123-4567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Lewers Logic LLC Professional Template</dc:title>
  <dc:subject>PptxGenJS Presentation</dc:subject>
  <dc:creator>Lewers Logic LLC</dc:creator>
  <cp:lastModifiedBy>Lewers Logic LLC</cp:lastModifiedBy>
  <cp:revision>1</cp:revision>
  <dcterms:created xsi:type="dcterms:W3CDTF">2026-03-30T03:20:00Z</dcterms:created>
  <dcterms:modified xsi:type="dcterms:W3CDTF">2026-03-30T03:20:00Z</dcterms:modified>
</cp:coreProperties>
</file>