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Presentation Title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D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goes here</a:t>
            </a:r>
            <a:endParaRPr lang="en-US" sz="2400" dirty="0"/>
          </a:p>
        </p:txBody>
      </p:sp>
      <p:pic>
        <p:nvPicPr>
          <p:cNvPr id="4" name="Image 0" descr="/sessions/beautiful-adoring-knuth/mnt/Lewers Logic LLC/1 - Branding/lewers-logic-logoma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3891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D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key concepts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key point with relevant information</a:t>
            </a:r>
            <a:pPr indent="0" marL="0">
              <a:buNone/>
            </a:pPr>
            <a:r>
              <a:rPr lang="en-US" sz="1600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key point explaining the concept</a:t>
            </a:r>
            <a:pPr indent="0" marL="0">
              <a:buNone/>
            </a:pPr>
            <a:r>
              <a:rPr lang="en-US" sz="1600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key point demonstrating the solution</a:t>
            </a:r>
            <a:pPr indent="0" marL="0">
              <a:buNone/>
            </a:pPr>
            <a:r>
              <a:rPr lang="en-US" sz="1600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key point with supporting details</a:t>
            </a:r>
            <a:endParaRPr lang="en-US" sz="1600" dirty="0"/>
          </a:p>
        </p:txBody>
      </p:sp>
      <p:pic>
        <p:nvPicPr>
          <p:cNvPr id="5" name="Image 0" descr="/sessions/beautiful-adoring-knuth/mnt/Lewers Logic LLC/1 - Branding/lewers-logic-logomark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46634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Two-Column Layout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A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 Title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content for the left column here. Include key points, data, or explanatory 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26280" y="1188720"/>
            <a:ext cx="36576" cy="3474720"/>
          </a:xfrm>
          <a:prstGeom prst="rect">
            <a:avLst/>
          </a:prstGeom>
          <a:solidFill>
            <a:srgbClr val="25A09C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A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 Title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7373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content for the right column here. Include key points, data, or explanatory text.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383280"/>
          </a:xfrm>
          <a:prstGeom prst="roundRect">
            <a:avLst/>
          </a:prstGeom>
          <a:solidFill>
            <a:srgbClr val="E9F0EF"/>
          </a:solidFill>
          <a:ln w="12700">
            <a:solidFill>
              <a:srgbClr val="E9F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 one</a:t>
            </a:r>
            <a:pPr indent="0" marL="0">
              <a:buNone/>
            </a:pPr>
            <a:r>
              <a:rPr lang="en-US" sz="1300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 two</a:t>
            </a:r>
            <a:pPr indent="0" marL="0">
              <a:buNone/>
            </a:pPr>
            <a:r>
              <a:rPr lang="en-US" sz="1300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 three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383280"/>
          </a:xfrm>
          <a:prstGeom prst="roundRect">
            <a:avLst/>
          </a:prstGeom>
          <a:solidFill>
            <a:srgbClr val="E9F0EF"/>
          </a:solidFill>
          <a:ln w="12700">
            <a:solidFill>
              <a:srgbClr val="E9F0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 one</a:t>
            </a:r>
            <a:pPr indent="0" marL="0">
              <a:buNone/>
            </a:pPr>
            <a:r>
              <a:rPr lang="en-US" sz="1300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 two</a:t>
            </a:r>
            <a:pPr indent="0" marL="0">
              <a:buNone/>
            </a:pPr>
            <a:r>
              <a:rPr lang="en-US" sz="1300" dirty="0">
                <a:solidFill>
                  <a:srgbClr val="081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 three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25A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intelligent system begins with structured thinking and clear design principles.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D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Tommy Lewers, Founder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tommy@lewerslogic.com  |  (TBA)  |  lewerslogic.com</a:t>
            </a:r>
            <a:endParaRPr lang="en-US" sz="1600" dirty="0"/>
          </a:p>
        </p:txBody>
      </p:sp>
      <p:pic>
        <p:nvPicPr>
          <p:cNvPr id="4" name="Image 0" descr="/sessions/beautiful-adoring-knuth/mnt/Lewers Logic LLC/1 - Branding/lewers-logic-logoma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2026-03-25T00:22:59Z</dcterms:created>
  <dcterms:modified xsi:type="dcterms:W3CDTF">2026-03-25T00:22:59Z</dcterms:modified>
</cp:coreProperties>
</file>